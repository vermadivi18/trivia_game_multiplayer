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78E9"/>
    <a:srgbClr val="D12D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8E9C-C178-A0CD-8D5E-D539E660C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07DED-4C11-B322-236D-6567DC274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456EA-F745-2282-987D-333FB94FE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407-2AAE-45C4-BAEC-2AD6979244FD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79F1F-F793-F1C6-795A-B1270B961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8B933-3FE4-2E3F-1046-17733580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474C-DE6D-4439-85E0-32A042E05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28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478AD-9A67-F8E7-BF4E-8369E3D40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0433-B80C-44CB-4E76-44CFE5939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90583-08D1-6DD7-2CD2-04304BBB7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407-2AAE-45C4-BAEC-2AD6979244FD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A066B-EAA7-67C8-C27D-27F7C76E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C53AB-45B9-3131-D301-D3BB7D6F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474C-DE6D-4439-85E0-32A042E05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22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281B-3EC6-F28D-23A2-A241A999F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D38BB-2362-6574-99AC-49A6695B8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3B653-4AD6-3FC9-E93C-F4CD312D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407-2AAE-45C4-BAEC-2AD6979244FD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109F6-E967-5D8F-B7B6-3C50F016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82AB9-DBAF-A9A9-E25C-7E674F49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474C-DE6D-4439-85E0-32A042E05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61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EB87-B133-67FD-9E47-9E29A0E1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64C66-3C35-88E4-4160-AD8D39CE9C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0A64C-40FD-F7F5-120F-714290143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5C281-2567-80B8-6B78-93F4BFDC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407-2AAE-45C4-BAEC-2AD6979244FD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0AA7C-DA00-022B-1B3A-1E65F0E8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86E19-6882-9199-7A32-F2878D69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474C-DE6D-4439-85E0-32A042E05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323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CAFC-F078-5DF5-AEFB-D65C14A2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9F2E9-AB48-65D6-B64E-E7C8D7FC6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06241-8A5C-FF0E-CC04-540AFA6E9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6D3FE-7BDB-7142-0B24-33F84CD6C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3F450-DBAF-BF2B-83F5-B014D0740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71339F-B82D-DFB3-9E8E-E7CF8928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407-2AAE-45C4-BAEC-2AD6979244FD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46F66D-858F-2AFE-FFC8-22AD7CC5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8A659A-56D0-836B-B119-AA8982959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474C-DE6D-4439-85E0-32A042E05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864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21ED-8D3E-4DA8-84A8-B41EDC42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27DF5A-BBDD-133F-5807-4BB10632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407-2AAE-45C4-BAEC-2AD6979244FD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38EBF-650D-D995-039C-B8AD45FF6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5391C-0E31-2673-3280-DB8D6E355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474C-DE6D-4439-85E0-32A042E05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09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18DF1-BE99-DB5B-9128-5ED53A08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407-2AAE-45C4-BAEC-2AD6979244FD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EED75-C765-E077-8A1E-B0B519B70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F4649-0929-335C-8D3D-D7B56738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474C-DE6D-4439-85E0-32A042E05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63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82E8-29F2-D354-D5AC-2778C643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4563A-2236-5086-BAF5-A3C1C9D90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14EB3-96C4-C83D-E9D1-C9904A73F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C513E-34BB-3254-F692-E54981E0D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407-2AAE-45C4-BAEC-2AD6979244FD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892E3-D148-805F-7AD0-9BD90CF0B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D30B8-E1DC-C8C4-0E81-82D271D4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474C-DE6D-4439-85E0-32A042E05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727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2D1C-352D-7AEE-5AC3-2005646E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97AE6-A9D4-3C27-F5CE-B72C167E23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75020-B0B9-EC2E-3400-E42E565C9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0AAB9-9679-E31B-4819-FFBE243CF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407-2AAE-45C4-BAEC-2AD6979244FD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889C4-07E4-4DFB-3D32-C29D47BA9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6B00C-118A-31D6-447E-E6824D67D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474C-DE6D-4439-85E0-32A042E05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61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EAB3-7775-6784-81F0-9A8F057C1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D0D6F-42C9-BB87-C6A6-DFCADC58C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9E401-42E2-C5DF-033E-45CE0FF86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407-2AAE-45C4-BAEC-2AD6979244FD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7A3EA-5158-F223-3D8E-9FCD468C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44D77-9EDB-E8C8-1038-6A923234D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474C-DE6D-4439-85E0-32A042E05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942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52BD52-78B7-5BC1-2301-EB99F67CC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219FB-27B5-28E9-EF97-F16FCBF24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A8408-3245-59BC-F278-E1B57023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407-2AAE-45C4-BAEC-2AD6979244FD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89A-0120-0D11-C196-BF7335F8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FE97F-FD27-6400-5205-A7F505BE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474C-DE6D-4439-85E0-32A042E05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11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A6200C-6B69-2C51-616C-7B51C673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4B8D7-CFB8-49F5-6E23-BDA3DE6DD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058F4-0C04-6E6F-472C-3DA051490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10407-2AAE-45C4-BAEC-2AD6979244FD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922BC-BBEE-BC4A-CC0E-EC9B5F04C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6CA63-D0A5-80D8-3720-A3EAFF4D9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7474C-DE6D-4439-85E0-32A042E051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2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FF9D-14D0-137D-76A7-30FF3F8DA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042" y="1560513"/>
            <a:ext cx="10401915" cy="186848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Trivia Showdown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Real-Time Multiplayer Trivia Challenge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7766E-AB3E-880D-947D-2F2082378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0413" y="4855368"/>
            <a:ext cx="4397016" cy="8842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Divyanshi Verma</a:t>
            </a:r>
          </a:p>
          <a:p>
            <a:pPr algn="r"/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205124031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697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882453-8BAD-E44C-1227-58EECFF790E7}"/>
              </a:ext>
            </a:extLst>
          </p:cNvPr>
          <p:cNvSpPr txBox="1"/>
          <p:nvPr/>
        </p:nvSpPr>
        <p:spPr>
          <a:xfrm>
            <a:off x="917255" y="904399"/>
            <a:ext cx="9241157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IN" sz="4400" b="1" i="0" dirty="0">
                <a:solidFill>
                  <a:schemeClr val="bg1"/>
                </a:solidFill>
                <a:effectLst/>
                <a:latin typeface="-apple-system"/>
              </a:rPr>
              <a:t>Trivia Showdown</a:t>
            </a:r>
          </a:p>
          <a:p>
            <a:pPr>
              <a:buNone/>
            </a:pP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Trivia Showdown?</a:t>
            </a:r>
          </a:p>
          <a:p>
            <a:pPr>
              <a:buNone/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fast-paced multiplayer trivia game.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Players compete in real-time to answer questions.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Focused on speed, accuracy, and survival.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0B8FC-B68F-1813-1834-EC55EC640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925" y="1543050"/>
            <a:ext cx="4429125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5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47B5A3-95DF-5FB3-6CC2-F2D414C2D09E}"/>
              </a:ext>
            </a:extLst>
          </p:cNvPr>
          <p:cNvSpPr txBox="1"/>
          <p:nvPr/>
        </p:nvSpPr>
        <p:spPr>
          <a:xfrm>
            <a:off x="903922" y="646026"/>
            <a:ext cx="10983278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gameplay using Socket.IO.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30-second timer per question.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leaderboard with live updates.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Players get 3 lives – lose a life for each wrong answer.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Winner: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 player standing wins the game.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multiple players survived then the player with highest score wins the game.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players have same highest score, then no player will be declared as winner.</a:t>
            </a:r>
          </a:p>
        </p:txBody>
      </p:sp>
    </p:spTree>
    <p:extLst>
      <p:ext uri="{BB962C8B-B14F-4D97-AF65-F5344CB8AC3E}">
        <p14:creationId xmlns:p14="http://schemas.microsoft.com/office/powerpoint/2010/main" val="2752989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EC393-EAC9-C372-782B-91A30E2DE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C25992-2560-7E74-AA85-3902913B3BC9}"/>
              </a:ext>
            </a:extLst>
          </p:cNvPr>
          <p:cNvSpPr txBox="1"/>
          <p:nvPr/>
        </p:nvSpPr>
        <p:spPr>
          <a:xfrm>
            <a:off x="931543" y="623768"/>
            <a:ext cx="11189017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Players join a room with a unique game code.</a:t>
            </a:r>
          </a:p>
          <a:p>
            <a:pPr marL="3600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starts when 2 or more players are present.</a:t>
            </a:r>
          </a:p>
          <a:p>
            <a:pPr marL="3600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players receive the same question at the same time.</a:t>
            </a:r>
          </a:p>
          <a:p>
            <a:pPr marL="3600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Players has to answer before the time runs out.</a:t>
            </a:r>
          </a:p>
          <a:p>
            <a:pPr marL="3600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correct answer will give you points.</a:t>
            </a:r>
          </a:p>
          <a:p>
            <a:pPr marL="3600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Wrong answer will cost a life.</a:t>
            </a:r>
          </a:p>
          <a:p>
            <a:pPr marL="3600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only 1 player remains, they’re declared the winner.</a:t>
            </a:r>
          </a:p>
          <a:p>
            <a:pPr marL="3600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multiple players survived then the player with highest score wins the game.</a:t>
            </a:r>
          </a:p>
          <a:p>
            <a:pPr marL="3600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players have same highest score, then no player will be declared as winner.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288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24C8-F673-0C2F-5B0E-90C934A22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60133A-6B63-64FC-02F7-8E94BD2DB70C}"/>
              </a:ext>
            </a:extLst>
          </p:cNvPr>
          <p:cNvSpPr txBox="1"/>
          <p:nvPr/>
        </p:nvSpPr>
        <p:spPr>
          <a:xfrm>
            <a:off x="1017270" y="761346"/>
            <a:ext cx="6092190" cy="3288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Stack:</a:t>
            </a:r>
            <a:b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Node.js, Express.js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Engine: Socket.IO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 JSON-based question bank</a:t>
            </a:r>
          </a:p>
        </p:txBody>
      </p:sp>
    </p:spTree>
    <p:extLst>
      <p:ext uri="{BB962C8B-B14F-4D97-AF65-F5344CB8AC3E}">
        <p14:creationId xmlns:p14="http://schemas.microsoft.com/office/powerpoint/2010/main" val="2398637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1BD8-EC0B-6257-DD76-F26D3A00C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E03A6E-DED5-8349-0ECE-4DE73BAA4351}"/>
              </a:ext>
            </a:extLst>
          </p:cNvPr>
          <p:cNvSpPr txBox="1"/>
          <p:nvPr/>
        </p:nvSpPr>
        <p:spPr>
          <a:xfrm>
            <a:off x="974407" y="761523"/>
            <a:ext cx="8083867" cy="3288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It’s Exciting: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the thrill of competition with knowledge.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 for groups, and online events.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Encourages quick thinking and learning.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expand with new question sets or themes.</a:t>
            </a:r>
          </a:p>
        </p:txBody>
      </p:sp>
    </p:spTree>
    <p:extLst>
      <p:ext uri="{BB962C8B-B14F-4D97-AF65-F5344CB8AC3E}">
        <p14:creationId xmlns:p14="http://schemas.microsoft.com/office/powerpoint/2010/main" val="372683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98F29-2424-C956-E747-479CBD73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559F8F-6BF5-B391-B2DD-6B0352971C85}"/>
              </a:ext>
            </a:extLst>
          </p:cNvPr>
          <p:cNvSpPr txBox="1"/>
          <p:nvPr/>
        </p:nvSpPr>
        <p:spPr>
          <a:xfrm>
            <a:off x="600080" y="233991"/>
            <a:ext cx="550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EFBDDF-E70A-A59A-F6E7-08B1AD86A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490" y="432969"/>
            <a:ext cx="6487430" cy="5992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0096AE-7B8D-20A2-4F2E-2CCEDC989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314" y="504409"/>
            <a:ext cx="1943371" cy="3143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DF0A8C5-64BE-0686-DB5D-5B317F37459D}"/>
              </a:ext>
            </a:extLst>
          </p:cNvPr>
          <p:cNvSpPr txBox="1"/>
          <p:nvPr/>
        </p:nvSpPr>
        <p:spPr>
          <a:xfrm>
            <a:off x="433003" y="1616452"/>
            <a:ext cx="48385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Snapshots of application Functionalities:</a:t>
            </a: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State:</a:t>
            </a:r>
          </a:p>
        </p:txBody>
      </p:sp>
    </p:spTree>
    <p:extLst>
      <p:ext uri="{BB962C8B-B14F-4D97-AF65-F5344CB8AC3E}">
        <p14:creationId xmlns:p14="http://schemas.microsoft.com/office/powerpoint/2010/main" val="2589604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39189-9F1C-98BA-5626-024A1571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2E3333-CD8A-ABFE-BE9C-EBA571D7119E}"/>
              </a:ext>
            </a:extLst>
          </p:cNvPr>
          <p:cNvSpPr txBox="1"/>
          <p:nvPr/>
        </p:nvSpPr>
        <p:spPr>
          <a:xfrm>
            <a:off x="595312" y="237705"/>
            <a:ext cx="550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1546E-3E31-8DB3-F330-ED5F95669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363" y="423443"/>
            <a:ext cx="6449325" cy="60111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EBA189-6FFB-C18B-C269-D3E31F525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360" y="550985"/>
            <a:ext cx="2378277" cy="3847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E74AEB-6A10-0579-00D0-7550B922E12E}"/>
              </a:ext>
            </a:extLst>
          </p:cNvPr>
          <p:cNvSpPr txBox="1"/>
          <p:nvPr/>
        </p:nvSpPr>
        <p:spPr>
          <a:xfrm>
            <a:off x="581027" y="1652882"/>
            <a:ext cx="3962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romanLcPeriod" startAt="2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player joined a game:</a:t>
            </a:r>
          </a:p>
        </p:txBody>
      </p:sp>
    </p:spTree>
    <p:extLst>
      <p:ext uri="{BB962C8B-B14F-4D97-AF65-F5344CB8AC3E}">
        <p14:creationId xmlns:p14="http://schemas.microsoft.com/office/powerpoint/2010/main" val="3089532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DD17D-D7EF-036F-AA74-840880ABA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ECF9FA-5747-05E3-1F56-013B6AB22853}"/>
              </a:ext>
            </a:extLst>
          </p:cNvPr>
          <p:cNvSpPr txBox="1"/>
          <p:nvPr/>
        </p:nvSpPr>
        <p:spPr>
          <a:xfrm>
            <a:off x="595312" y="237705"/>
            <a:ext cx="550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C9EB00-1B8A-BA74-AF14-5B6D4A4AC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310" y="428206"/>
            <a:ext cx="6468378" cy="60015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D90677-33C7-8EF6-0072-B0462003A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886" y="542508"/>
            <a:ext cx="2296532" cy="3714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3D6A31-5DF1-9A20-89B3-A725D5AAF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360" y="550985"/>
            <a:ext cx="2378277" cy="3847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CCDD70-9FEC-86D7-552F-3884FA2B9572}"/>
              </a:ext>
            </a:extLst>
          </p:cNvPr>
          <p:cNvSpPr txBox="1"/>
          <p:nvPr/>
        </p:nvSpPr>
        <p:spPr>
          <a:xfrm>
            <a:off x="566736" y="1634755"/>
            <a:ext cx="39624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romanLcPeriod" startAt="3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players joined a game:</a:t>
            </a:r>
          </a:p>
        </p:txBody>
      </p:sp>
    </p:spTree>
    <p:extLst>
      <p:ext uri="{BB962C8B-B14F-4D97-AF65-F5344CB8AC3E}">
        <p14:creationId xmlns:p14="http://schemas.microsoft.com/office/powerpoint/2010/main" val="2875308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C2CBC-D2B2-F1C7-2031-129BCABA7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5CF58D-FDE0-45D4-F09E-88723ECDEEE9}"/>
              </a:ext>
            </a:extLst>
          </p:cNvPr>
          <p:cNvSpPr txBox="1"/>
          <p:nvPr/>
        </p:nvSpPr>
        <p:spPr>
          <a:xfrm>
            <a:off x="595312" y="237705"/>
            <a:ext cx="550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1C1785-4CD0-4ED0-B313-3A34916B2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784" y="413916"/>
            <a:ext cx="6477904" cy="60301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BBB4EC-FC03-A299-F8F3-68738B11A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598" y="565273"/>
            <a:ext cx="2248040" cy="363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6C7A68-6953-92F3-BD3B-7E916C214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72" y="550985"/>
            <a:ext cx="2378277" cy="3847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CF6A6C-BFA2-4D3A-5F3B-99D4C77265B3}"/>
              </a:ext>
            </a:extLst>
          </p:cNvPr>
          <p:cNvSpPr txBox="1"/>
          <p:nvPr/>
        </p:nvSpPr>
        <p:spPr>
          <a:xfrm>
            <a:off x="595312" y="1634751"/>
            <a:ext cx="39624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romanLcPeriod" startAt="4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 given a correct answer:</a:t>
            </a:r>
          </a:p>
        </p:txBody>
      </p:sp>
    </p:spTree>
    <p:extLst>
      <p:ext uri="{BB962C8B-B14F-4D97-AF65-F5344CB8AC3E}">
        <p14:creationId xmlns:p14="http://schemas.microsoft.com/office/powerpoint/2010/main" val="192478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8B727-0101-992F-1557-A4A01E45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E84664-DABC-417C-8EE8-1CACDDF6FC17}"/>
              </a:ext>
            </a:extLst>
          </p:cNvPr>
          <p:cNvSpPr txBox="1"/>
          <p:nvPr/>
        </p:nvSpPr>
        <p:spPr>
          <a:xfrm>
            <a:off x="595312" y="237705"/>
            <a:ext cx="550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88DFD0-9280-9A8E-6A88-DB3F47186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784" y="428206"/>
            <a:ext cx="6477904" cy="60015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5E2CF9-1BDB-AFDA-4525-6EDD4B6A8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72" y="550987"/>
            <a:ext cx="2296532" cy="371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F79BC1-799B-02F2-42AB-E52B0255C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72" y="550985"/>
            <a:ext cx="2378277" cy="3847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836072-A38A-A8FF-C44E-E2289B373B80}"/>
              </a:ext>
            </a:extLst>
          </p:cNvPr>
          <p:cNvSpPr txBox="1"/>
          <p:nvPr/>
        </p:nvSpPr>
        <p:spPr>
          <a:xfrm>
            <a:off x="595312" y="1663324"/>
            <a:ext cx="39624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romanLcPeriod" startAt="5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 given a wrong answer:</a:t>
            </a:r>
          </a:p>
        </p:txBody>
      </p:sp>
    </p:spTree>
    <p:extLst>
      <p:ext uri="{BB962C8B-B14F-4D97-AF65-F5344CB8AC3E}">
        <p14:creationId xmlns:p14="http://schemas.microsoft.com/office/powerpoint/2010/main" val="1120548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8F752-2656-DD1F-3C29-66AF807D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35E5B7-45E9-4D90-0264-57A1E9A69285}"/>
              </a:ext>
            </a:extLst>
          </p:cNvPr>
          <p:cNvSpPr txBox="1"/>
          <p:nvPr/>
        </p:nvSpPr>
        <p:spPr>
          <a:xfrm>
            <a:off x="595312" y="237705"/>
            <a:ext cx="550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048B91-F500-44DD-C702-31AAFD7FE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784" y="423443"/>
            <a:ext cx="6477904" cy="60111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F74498-6798-2F39-1141-0B8867170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72" y="550985"/>
            <a:ext cx="2378277" cy="384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BAD516-3572-6D25-CA55-EEEEB6583F05}"/>
              </a:ext>
            </a:extLst>
          </p:cNvPr>
          <p:cNvSpPr txBox="1"/>
          <p:nvPr/>
        </p:nvSpPr>
        <p:spPr>
          <a:xfrm>
            <a:off x="595312" y="1649049"/>
            <a:ext cx="39624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romanLcPeriod" startAt="6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Unable to give answer within time limit:</a:t>
            </a:r>
          </a:p>
        </p:txBody>
      </p:sp>
    </p:spTree>
    <p:extLst>
      <p:ext uri="{BB962C8B-B14F-4D97-AF65-F5344CB8AC3E}">
        <p14:creationId xmlns:p14="http://schemas.microsoft.com/office/powerpoint/2010/main" val="2687820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4169B-D405-8154-6CC5-71FCCA264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A708A6-E058-7CB7-AFA2-132A50E6B011}"/>
              </a:ext>
            </a:extLst>
          </p:cNvPr>
          <p:cNvSpPr txBox="1"/>
          <p:nvPr/>
        </p:nvSpPr>
        <p:spPr>
          <a:xfrm>
            <a:off x="595312" y="237705"/>
            <a:ext cx="550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38CD8F-0194-3DC9-8AF9-D81583F1B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71" y="1183702"/>
            <a:ext cx="5662272" cy="52447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175F39-B924-816C-801C-562E2B34A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57" y="1183701"/>
            <a:ext cx="5634735" cy="52447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11F1E1-2A18-12EC-7AF0-3BFDCB2A1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45" y="1269427"/>
            <a:ext cx="1943371" cy="314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9CB686-29A1-133D-D60D-A9F96F717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434" y="1269427"/>
            <a:ext cx="1943371" cy="3143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9D094C-612C-EEE3-A71E-0075709C5598}"/>
              </a:ext>
            </a:extLst>
          </p:cNvPr>
          <p:cNvSpPr txBox="1"/>
          <p:nvPr/>
        </p:nvSpPr>
        <p:spPr>
          <a:xfrm>
            <a:off x="5329237" y="448342"/>
            <a:ext cx="6757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LcPeriod" startAt="7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Player is eliminated, all 3 life are exhausted:</a:t>
            </a:r>
          </a:p>
        </p:txBody>
      </p:sp>
    </p:spTree>
    <p:extLst>
      <p:ext uri="{BB962C8B-B14F-4D97-AF65-F5344CB8AC3E}">
        <p14:creationId xmlns:p14="http://schemas.microsoft.com/office/powerpoint/2010/main" val="2164185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12AB7-F066-1AB9-F0A3-35513E0E0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4462A4-93EE-B82A-3867-BD347D2A2FE8}"/>
              </a:ext>
            </a:extLst>
          </p:cNvPr>
          <p:cNvSpPr txBox="1"/>
          <p:nvPr/>
        </p:nvSpPr>
        <p:spPr>
          <a:xfrm>
            <a:off x="595312" y="237705"/>
            <a:ext cx="550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A1B64E-99FD-714E-1401-D438040FE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454" y="1229426"/>
            <a:ext cx="5623572" cy="5224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6A0C39-E936-0A9F-A45B-AA28EB94E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4" y="1258925"/>
            <a:ext cx="5665804" cy="52248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5194B0-4EAA-D9F3-A300-EF70DB3C8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14" y="1371578"/>
            <a:ext cx="1943371" cy="314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DD049E-53D0-8CC0-6E75-CD92655E0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454" y="1330363"/>
            <a:ext cx="1943371" cy="3143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34EE28-FF29-7B51-08D4-3B26A765F6FF}"/>
              </a:ext>
            </a:extLst>
          </p:cNvPr>
          <p:cNvSpPr txBox="1"/>
          <p:nvPr/>
        </p:nvSpPr>
        <p:spPr>
          <a:xfrm>
            <a:off x="5329237" y="448342"/>
            <a:ext cx="5500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LcPeriod" startAt="8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Any of the player wins, Game over:</a:t>
            </a:r>
          </a:p>
        </p:txBody>
      </p:sp>
    </p:spTree>
    <p:extLst>
      <p:ext uri="{BB962C8B-B14F-4D97-AF65-F5344CB8AC3E}">
        <p14:creationId xmlns:p14="http://schemas.microsoft.com/office/powerpoint/2010/main" val="3265664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44309-BF31-638B-517A-D81F86CC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2921D3-2B64-B5E2-CAF9-8F5F5D7CFE3E}"/>
              </a:ext>
            </a:extLst>
          </p:cNvPr>
          <p:cNvSpPr txBox="1"/>
          <p:nvPr/>
        </p:nvSpPr>
        <p:spPr>
          <a:xfrm>
            <a:off x="595312" y="237705"/>
            <a:ext cx="55006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FEB265-EEE0-24A2-89F3-B0A9478F1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" y="1299198"/>
            <a:ext cx="11183613" cy="51654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934DA7-5380-F346-0E40-A912E8757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7" y="1406836"/>
            <a:ext cx="1952231" cy="3158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F374AC-3FC2-9898-77A7-35DF90C11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216" y="1399211"/>
            <a:ext cx="1999366" cy="3234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129D76-312D-9FBF-0C56-83ED99D3662A}"/>
              </a:ext>
            </a:extLst>
          </p:cNvPr>
          <p:cNvSpPr txBox="1"/>
          <p:nvPr/>
        </p:nvSpPr>
        <p:spPr>
          <a:xfrm>
            <a:off x="5329237" y="448342"/>
            <a:ext cx="5815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LcPeriod" startAt="9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None of the player wins, Game over:</a:t>
            </a:r>
          </a:p>
        </p:txBody>
      </p:sp>
    </p:spTree>
    <p:extLst>
      <p:ext uri="{BB962C8B-B14F-4D97-AF65-F5344CB8AC3E}">
        <p14:creationId xmlns:p14="http://schemas.microsoft.com/office/powerpoint/2010/main" val="1870367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CCF50-6A3F-B086-ED51-D0C41DDDC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F13E26-53B3-B258-EE06-60CBA1168610}"/>
              </a:ext>
            </a:extLst>
          </p:cNvPr>
          <p:cNvSpPr txBox="1"/>
          <p:nvPr/>
        </p:nvSpPr>
        <p:spPr>
          <a:xfrm>
            <a:off x="3825684" y="4044345"/>
            <a:ext cx="76438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bg1"/>
                </a:solidFill>
                <a:latin typeface="Algerian" panose="04020705040A02060702" pitchFamily="82" charset="0"/>
              </a:rPr>
              <a:t>Thankyou !!</a:t>
            </a:r>
          </a:p>
        </p:txBody>
      </p:sp>
    </p:spTree>
    <p:extLst>
      <p:ext uri="{BB962C8B-B14F-4D97-AF65-F5344CB8AC3E}">
        <p14:creationId xmlns:p14="http://schemas.microsoft.com/office/powerpoint/2010/main" val="2382660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391</Words>
  <Application>Microsoft Office PowerPoint</Application>
  <PresentationFormat>Widescreen</PresentationFormat>
  <Paragraphs>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Algerian</vt:lpstr>
      <vt:lpstr>-apple-system</vt:lpstr>
      <vt:lpstr>Arial</vt:lpstr>
      <vt:lpstr>Calibri</vt:lpstr>
      <vt:lpstr>Calibri Light</vt:lpstr>
      <vt:lpstr>Times New Roman</vt:lpstr>
      <vt:lpstr>Office Theme</vt:lpstr>
      <vt:lpstr>Trivia Showdown A Real-Time Multiplayer Trivia Challenge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Divyanshi Verma</dc:creator>
  <cp:lastModifiedBy>Divyanshi Verma</cp:lastModifiedBy>
  <cp:revision>2</cp:revision>
  <dcterms:created xsi:type="dcterms:W3CDTF">2025-04-11T05:11:37Z</dcterms:created>
  <dcterms:modified xsi:type="dcterms:W3CDTF">2025-04-11T08:51:11Z</dcterms:modified>
</cp:coreProperties>
</file>